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3600450" cy="91805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UBG 世界之王" initials="P世" lastIdx="1" clrIdx="0">
    <p:extLst>
      <p:ext uri="{19B8F6BF-5375-455C-9EA6-DF929625EA0E}">
        <p15:presenceInfo xmlns:p15="http://schemas.microsoft.com/office/powerpoint/2012/main" userId="94d04b1eba64dc4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5E8"/>
    <a:srgbClr val="FACED3"/>
    <a:srgbClr val="FAD2D7"/>
    <a:srgbClr val="FBD9DD"/>
    <a:srgbClr val="E7BEC6"/>
    <a:srgbClr val="F8C4CA"/>
    <a:srgbClr val="DA91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31" d="100"/>
          <a:sy n="31" d="100"/>
        </p:scale>
        <p:origin x="234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0FB08C-90B4-4876-98BE-890B8D7BF7BD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4163" y="1143000"/>
            <a:ext cx="1209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C1D83-38C1-48BC-A394-5A73103D7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696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C1D83-38C1-48BC-A394-5A73103D75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00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1502459"/>
            <a:ext cx="3060383" cy="3196179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4821895"/>
            <a:ext cx="2700338" cy="2216498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FD9F2-C8ED-48EC-A406-45E48920C3A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4007-60AF-4D16-BA3A-98391204E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885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FD9F2-C8ED-48EC-A406-45E48920C3A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4007-60AF-4D16-BA3A-98391204E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28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2288755"/>
            <a:ext cx="3105388" cy="3818838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6143721"/>
            <a:ext cx="3105388" cy="2008237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/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FD9F2-C8ED-48EC-A406-45E48920C3A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4007-60AF-4D16-BA3A-98391204E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6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2443887"/>
            <a:ext cx="1530191" cy="5824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2443887"/>
            <a:ext cx="1530191" cy="5824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FD9F2-C8ED-48EC-A406-45E48920C3A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4007-60AF-4D16-BA3A-98391204E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4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488779"/>
            <a:ext cx="3105388" cy="17744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2250501"/>
            <a:ext cx="1523159" cy="1102936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3353438"/>
            <a:ext cx="1523159" cy="49324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2250501"/>
            <a:ext cx="1530660" cy="1102936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3353438"/>
            <a:ext cx="1530660" cy="49324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FD9F2-C8ED-48EC-A406-45E48920C3A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4007-60AF-4D16-BA3A-98391204E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7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FD9F2-C8ED-48EC-A406-45E48920C3A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4007-60AF-4D16-BA3A-98391204E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908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FD9F2-C8ED-48EC-A406-45E48920C3A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4007-60AF-4D16-BA3A-98391204E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94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612034"/>
            <a:ext cx="1161239" cy="2142120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1321826"/>
            <a:ext cx="1822728" cy="6524115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2754154"/>
            <a:ext cx="1161239" cy="5102411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FD9F2-C8ED-48EC-A406-45E48920C3A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4007-60AF-4D16-BA3A-98391204E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63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612034"/>
            <a:ext cx="1161239" cy="2142120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1321826"/>
            <a:ext cx="1822728" cy="6524115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2754154"/>
            <a:ext cx="1161239" cy="5102411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FD9F2-C8ED-48EC-A406-45E48920C3A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4007-60AF-4D16-BA3A-98391204E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31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FD9F2-C8ED-48EC-A406-45E48920C3A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4007-60AF-4D16-BA3A-98391204E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73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488778"/>
            <a:ext cx="776347" cy="77800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488778"/>
            <a:ext cx="2284035" cy="77800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FD9F2-C8ED-48EC-A406-45E48920C3A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4007-60AF-4D16-BA3A-98391204E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90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488779"/>
            <a:ext cx="3105388" cy="1774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2443887"/>
            <a:ext cx="3105388" cy="5824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8508978"/>
            <a:ext cx="810101" cy="48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FD9F2-C8ED-48EC-A406-45E48920C3A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8508978"/>
            <a:ext cx="1215152" cy="48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8508978"/>
            <a:ext cx="810101" cy="48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34007-60AF-4D16-BA3A-98391204E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45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CEA8903-5845-9B3F-CFE8-EFDCE87798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100"/>
                    </a14:imgEffect>
                    <a14:imgEffect>
                      <a14:colorTemperature colorTemp="6600"/>
                    </a14:imgEffect>
                  </a14:imgLayer>
                </a14:imgProps>
              </a:ext>
            </a:extLst>
          </a:blip>
          <a:srcRect l="7477" r="7885" b="-1109"/>
          <a:stretch>
            <a:fillRect/>
          </a:stretch>
        </p:blipFill>
        <p:spPr>
          <a:xfrm>
            <a:off x="-3773" y="-17261"/>
            <a:ext cx="3611993" cy="9304421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4DDE2A-6496-DE2D-7478-7E6791C9E42A}"/>
              </a:ext>
            </a:extLst>
          </p:cNvPr>
          <p:cNvSpPr/>
          <p:nvPr/>
        </p:nvSpPr>
        <p:spPr>
          <a:xfrm>
            <a:off x="92269" y="1389286"/>
            <a:ext cx="630314" cy="5820740"/>
          </a:xfrm>
          <a:prstGeom prst="roundRect">
            <a:avLst>
              <a:gd name="adj" fmla="val 50000"/>
            </a:avLst>
          </a:prstGeom>
          <a:solidFill>
            <a:schemeClr val="bg1">
              <a:alpha val="29000"/>
            </a:schemeClr>
          </a:solidFill>
          <a:ln>
            <a:solidFill>
              <a:srgbClr val="FCE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3A33C3-C9A8-D799-A31F-58BD661316A3}"/>
              </a:ext>
            </a:extLst>
          </p:cNvPr>
          <p:cNvSpPr txBox="1"/>
          <p:nvPr/>
        </p:nvSpPr>
        <p:spPr>
          <a:xfrm rot="5400000">
            <a:off x="-1971108" y="3851778"/>
            <a:ext cx="4785337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050" dirty="0">
                <a:latin typeface="Noto Serif SC Black" panose="02020200000000000000" pitchFamily="18" charset="-122"/>
                <a:ea typeface="Noto Serif SC Black" panose="02020200000000000000" pitchFamily="18" charset="-122"/>
              </a:rPr>
              <a:t>后藤一里</a:t>
            </a:r>
            <a:r>
              <a:rPr lang="ja-JP" altLang="en-US" sz="3050" b="1" dirty="0">
                <a:latin typeface="ADLaM Display" panose="02010000000000000000" pitchFamily="2" charset="0"/>
                <a:ea typeface="Noto Serif SC Black" panose="02020200000000000000" pitchFamily="18" charset="-122"/>
                <a:cs typeface="ADLaM Display" panose="02010000000000000000" pitchFamily="2" charset="0"/>
              </a:rPr>
              <a:t>（後藤 </a:t>
            </a:r>
            <a:r>
              <a:rPr lang="ja-JP" altLang="en-US" sz="3050" b="1" dirty="0">
                <a:latin typeface="ADLaM Display" panose="02010000000000000000" pitchFamily="2" charset="0"/>
                <a:ea typeface="Noto Serif TC Black" panose="02020200000000000000" pitchFamily="18" charset="-128"/>
                <a:cs typeface="ADLaM Display" panose="02010000000000000000" pitchFamily="2" charset="0"/>
              </a:rPr>
              <a:t>ひとり</a:t>
            </a:r>
            <a:r>
              <a:rPr lang="zh-CN" altLang="en-US" sz="3050" b="1" dirty="0">
                <a:latin typeface="ADLaM Display" panose="02010000000000000000" pitchFamily="2" charset="0"/>
                <a:ea typeface="Noto Serif TC Black" panose="02020200000000000000" pitchFamily="18" charset="-128"/>
                <a:cs typeface="ADLaM Display" panose="02010000000000000000" pitchFamily="2" charset="0"/>
              </a:rPr>
              <a:t>）</a:t>
            </a:r>
            <a:endParaRPr lang="en-US" sz="305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565F80C-A89E-AD7C-202C-C790DFD7FF75}"/>
              </a:ext>
            </a:extLst>
          </p:cNvPr>
          <p:cNvSpPr/>
          <p:nvPr/>
        </p:nvSpPr>
        <p:spPr>
          <a:xfrm>
            <a:off x="2077185" y="4611767"/>
            <a:ext cx="1430997" cy="2602825"/>
          </a:xfrm>
          <a:prstGeom prst="roundRect">
            <a:avLst>
              <a:gd name="adj" fmla="val 20189"/>
            </a:avLst>
          </a:prstGeom>
          <a:solidFill>
            <a:srgbClr val="FCE5E8">
              <a:alpha val="55000"/>
            </a:srgbClr>
          </a:solidFill>
          <a:ln>
            <a:solidFill>
              <a:srgbClr val="FCE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64E484-C3B9-8824-4945-ACE8889B6E74}"/>
              </a:ext>
            </a:extLst>
          </p:cNvPr>
          <p:cNvSpPr txBox="1"/>
          <p:nvPr/>
        </p:nvSpPr>
        <p:spPr>
          <a:xfrm rot="16200000">
            <a:off x="1537420" y="5175879"/>
            <a:ext cx="28029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ぼっち・ざ・ろっく！</a:t>
            </a:r>
            <a:endParaRPr lang="en-US" sz="2800" b="1" dirty="0">
              <a:latin typeface="Noto Serif TC Black" panose="02020200000000000000" pitchFamily="18" charset="-128"/>
              <a:ea typeface="Noto Serif TC Black" panose="02020200000000000000" pitchFamily="18" charset="-12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30ABB67-E4FB-7225-9BC1-24E037FBE05F}"/>
              </a:ext>
            </a:extLst>
          </p:cNvPr>
          <p:cNvSpPr/>
          <p:nvPr/>
        </p:nvSpPr>
        <p:spPr>
          <a:xfrm>
            <a:off x="820624" y="1233845"/>
            <a:ext cx="2687559" cy="1480908"/>
          </a:xfrm>
          <a:prstGeom prst="roundRect">
            <a:avLst>
              <a:gd name="adj" fmla="val 17785"/>
            </a:avLst>
          </a:prstGeom>
          <a:solidFill>
            <a:srgbClr val="FCE5E8">
              <a:alpha val="42000"/>
            </a:srgbClr>
          </a:solidFill>
          <a:ln>
            <a:solidFill>
              <a:srgbClr val="FCE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B1AE738-FF01-0C47-D9F3-8C3A7CCFD400}"/>
              </a:ext>
            </a:extLst>
          </p:cNvPr>
          <p:cNvSpPr/>
          <p:nvPr/>
        </p:nvSpPr>
        <p:spPr>
          <a:xfrm>
            <a:off x="1056626" y="2873745"/>
            <a:ext cx="2451557" cy="675797"/>
          </a:xfrm>
          <a:prstGeom prst="roundRect">
            <a:avLst>
              <a:gd name="adj" fmla="val 50000"/>
            </a:avLst>
          </a:prstGeom>
          <a:solidFill>
            <a:srgbClr val="FCE5E8">
              <a:alpha val="69020"/>
            </a:srgbClr>
          </a:solidFill>
          <a:ln>
            <a:solidFill>
              <a:srgbClr val="FCE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65F80C-A89E-AD7C-202C-C790DFD7FF75}"/>
              </a:ext>
            </a:extLst>
          </p:cNvPr>
          <p:cNvSpPr/>
          <p:nvPr/>
        </p:nvSpPr>
        <p:spPr>
          <a:xfrm>
            <a:off x="1056626" y="3716235"/>
            <a:ext cx="2451557" cy="728839"/>
          </a:xfrm>
          <a:prstGeom prst="roundRect">
            <a:avLst>
              <a:gd name="adj" fmla="val 50000"/>
            </a:avLst>
          </a:prstGeom>
          <a:solidFill>
            <a:srgbClr val="FCE5E8">
              <a:alpha val="69804"/>
            </a:srgbClr>
          </a:solidFill>
          <a:ln>
            <a:solidFill>
              <a:srgbClr val="FCE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F74D25-7E53-3367-61BE-0213B89169E9}"/>
              </a:ext>
            </a:extLst>
          </p:cNvPr>
          <p:cNvSpPr/>
          <p:nvPr/>
        </p:nvSpPr>
        <p:spPr>
          <a:xfrm>
            <a:off x="868201" y="311996"/>
            <a:ext cx="1835388" cy="744242"/>
          </a:xfrm>
          <a:prstGeom prst="roundRect">
            <a:avLst>
              <a:gd name="adj" fmla="val 50000"/>
            </a:avLst>
          </a:prstGeom>
          <a:solidFill>
            <a:srgbClr val="FCE5E8"/>
          </a:solidFill>
          <a:ln>
            <a:solidFill>
              <a:srgbClr val="FCE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00147AD-079E-8DCD-9A9E-1D61CF234B11}"/>
              </a:ext>
            </a:extLst>
          </p:cNvPr>
          <p:cNvSpPr/>
          <p:nvPr/>
        </p:nvSpPr>
        <p:spPr>
          <a:xfrm>
            <a:off x="276447" y="7367431"/>
            <a:ext cx="917817" cy="633819"/>
          </a:xfrm>
          <a:prstGeom prst="roundRect">
            <a:avLst>
              <a:gd name="adj" fmla="val 50000"/>
            </a:avLst>
          </a:prstGeom>
          <a:solidFill>
            <a:srgbClr val="FCE5E8">
              <a:alpha val="69804"/>
            </a:srgbClr>
          </a:solidFill>
          <a:ln>
            <a:solidFill>
              <a:srgbClr val="FCE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9FF75B8-95E0-EEAE-41A8-F7FFC21D69F9}"/>
              </a:ext>
            </a:extLst>
          </p:cNvPr>
          <p:cNvSpPr/>
          <p:nvPr/>
        </p:nvSpPr>
        <p:spPr>
          <a:xfrm>
            <a:off x="1012668" y="8201756"/>
            <a:ext cx="1550458" cy="765469"/>
          </a:xfrm>
          <a:prstGeom prst="roundRect">
            <a:avLst>
              <a:gd name="adj" fmla="val 50000"/>
            </a:avLst>
          </a:prstGeom>
          <a:solidFill>
            <a:srgbClr val="FCE5E8"/>
          </a:solidFill>
          <a:ln>
            <a:solidFill>
              <a:srgbClr val="FCE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19CD063-8A3E-23FA-D4E5-9E4484891AC4}"/>
              </a:ext>
            </a:extLst>
          </p:cNvPr>
          <p:cNvSpPr/>
          <p:nvPr/>
        </p:nvSpPr>
        <p:spPr>
          <a:xfrm>
            <a:off x="-4713585" y="-566930"/>
            <a:ext cx="3611993" cy="919719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832442F-DEEF-7021-43FB-2FE08FF0FBB6}"/>
              </a:ext>
            </a:extLst>
          </p:cNvPr>
          <p:cNvSpPr/>
          <p:nvPr/>
        </p:nvSpPr>
        <p:spPr>
          <a:xfrm>
            <a:off x="1341317" y="7390928"/>
            <a:ext cx="917817" cy="633819"/>
          </a:xfrm>
          <a:prstGeom prst="roundRect">
            <a:avLst>
              <a:gd name="adj" fmla="val 50000"/>
            </a:avLst>
          </a:prstGeom>
          <a:solidFill>
            <a:srgbClr val="FCE5E8">
              <a:alpha val="69804"/>
            </a:srgbClr>
          </a:solidFill>
          <a:ln>
            <a:solidFill>
              <a:srgbClr val="FCE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FA2F7F-245C-4C09-4A7D-1BC91968DB78}"/>
              </a:ext>
            </a:extLst>
          </p:cNvPr>
          <p:cNvSpPr/>
          <p:nvPr/>
        </p:nvSpPr>
        <p:spPr>
          <a:xfrm>
            <a:off x="2406188" y="7408420"/>
            <a:ext cx="917817" cy="633819"/>
          </a:xfrm>
          <a:prstGeom prst="roundRect">
            <a:avLst>
              <a:gd name="adj" fmla="val 50000"/>
            </a:avLst>
          </a:prstGeom>
          <a:solidFill>
            <a:srgbClr val="FCE5E8">
              <a:alpha val="69804"/>
            </a:srgbClr>
          </a:solidFill>
          <a:ln>
            <a:solidFill>
              <a:srgbClr val="FCE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3A5C469-24B9-67C9-AA6B-DB4F19AE6B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43713" y="7507971"/>
            <a:ext cx="438697" cy="4386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37746126-5B75-2908-F331-75A37CF7A3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78927" y="7495363"/>
            <a:ext cx="442596" cy="44259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DEAF7DC-DC85-C436-65A4-B2241F72A3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136" y="7439225"/>
            <a:ext cx="498734" cy="49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57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177</TotalTime>
  <Words>16</Words>
  <Application>Microsoft Office PowerPoint</Application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Noto Serif SC Black</vt:lpstr>
      <vt:lpstr>Noto Serif TC Black</vt:lpstr>
      <vt:lpstr>ADLaM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PUBG 世界之王</dc:creator>
  <cp:lastModifiedBy>PUBG 世界之王</cp:lastModifiedBy>
  <cp:revision>10</cp:revision>
  <dcterms:created xsi:type="dcterms:W3CDTF">2026-01-25T04:03:16Z</dcterms:created>
  <dcterms:modified xsi:type="dcterms:W3CDTF">2026-01-28T11:05:30Z</dcterms:modified>
</cp:coreProperties>
</file>